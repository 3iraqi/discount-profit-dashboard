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1704638" cy="6583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4" userDrawn="1">
          <p15:clr>
            <a:srgbClr val="A4A3A4"/>
          </p15:clr>
        </p15:guide>
        <p15:guide id="2" pos="36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E5E7EB"/>
    <a:srgbClr val="FF3B30"/>
    <a:srgbClr val="FF9500"/>
    <a:srgbClr val="34C759"/>
    <a:srgbClr val="007AFF"/>
    <a:srgbClr val="6B7280"/>
    <a:srgbClr val="121212"/>
    <a:srgbClr val="1A202C"/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750" y="408"/>
      </p:cViewPr>
      <p:guideLst>
        <p:guide orient="horz" pos="2074"/>
        <p:guide pos="36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80" y="1077416"/>
            <a:ext cx="8778479" cy="2291986"/>
          </a:xfrm>
        </p:spPr>
        <p:txBody>
          <a:bodyPr anchor="b"/>
          <a:lstStyle>
            <a:lvl1pPr algn="ctr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3080" y="3457790"/>
            <a:ext cx="8778479" cy="1589455"/>
          </a:xfrm>
        </p:spPr>
        <p:txBody>
          <a:bodyPr/>
          <a:lstStyle>
            <a:lvl1pPr marL="0" indent="0" algn="ctr">
              <a:buNone/>
              <a:defRPr sz="2304"/>
            </a:lvl1pPr>
            <a:lvl2pPr marL="438912" indent="0" algn="ctr">
              <a:buNone/>
              <a:defRPr sz="1920"/>
            </a:lvl2pPr>
            <a:lvl3pPr marL="877824" indent="0" algn="ctr">
              <a:buNone/>
              <a:defRPr sz="1728"/>
            </a:lvl3pPr>
            <a:lvl4pPr marL="1316736" indent="0" algn="ctr">
              <a:buNone/>
              <a:defRPr sz="1536"/>
            </a:lvl4pPr>
            <a:lvl5pPr marL="1755648" indent="0" algn="ctr">
              <a:buNone/>
              <a:defRPr sz="1536"/>
            </a:lvl5pPr>
            <a:lvl6pPr marL="2194560" indent="0" algn="ctr">
              <a:buNone/>
              <a:defRPr sz="1536"/>
            </a:lvl6pPr>
            <a:lvl7pPr marL="2633472" indent="0" algn="ctr">
              <a:buNone/>
              <a:defRPr sz="1536"/>
            </a:lvl7pPr>
            <a:lvl8pPr marL="3072384" indent="0" algn="ctr">
              <a:buNone/>
              <a:defRPr sz="1536"/>
            </a:lvl8pPr>
            <a:lvl9pPr marL="3511296" indent="0" algn="ctr">
              <a:buNone/>
              <a:defRPr sz="15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D302-81B9-488B-8092-4804702C8A6F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706-11E9-4F11-BD4F-3F4B475A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98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D302-81B9-488B-8092-4804702C8A6F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706-11E9-4F11-BD4F-3F4B475A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5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98" y="1641270"/>
            <a:ext cx="10095250" cy="2738496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8598" y="4405673"/>
            <a:ext cx="10095250" cy="1440110"/>
          </a:xfrm>
        </p:spPr>
        <p:txBody>
          <a:bodyPr/>
          <a:lstStyle>
            <a:lvl1pPr marL="0" indent="0">
              <a:buNone/>
              <a:defRPr sz="2304">
                <a:solidFill>
                  <a:schemeClr val="tx1">
                    <a:tint val="75000"/>
                  </a:schemeClr>
                </a:solidFill>
              </a:defRPr>
            </a:lvl1pPr>
            <a:lvl2pPr marL="438912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2pPr>
            <a:lvl3pPr marL="877824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3pPr>
            <a:lvl4pPr marL="1316736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4pPr>
            <a:lvl5pPr marL="1755648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5pPr>
            <a:lvl6pPr marL="2194560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6pPr>
            <a:lvl7pPr marL="2633472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7pPr>
            <a:lvl8pPr marL="3072384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8pPr>
            <a:lvl9pPr marL="3511296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D302-81B9-488B-8092-4804702C8A6F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706-11E9-4F11-BD4F-3F4B475A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43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4694" y="1752516"/>
            <a:ext cx="4974471" cy="41770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25473" y="1752516"/>
            <a:ext cx="4974471" cy="41770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D302-81B9-488B-8092-4804702C8A6F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706-11E9-4F11-BD4F-3F4B475A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56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219" y="350504"/>
            <a:ext cx="10095250" cy="1272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6219" y="1613839"/>
            <a:ext cx="4951610" cy="790917"/>
          </a:xfrm>
        </p:spPr>
        <p:txBody>
          <a:bodyPr anchor="b"/>
          <a:lstStyle>
            <a:lvl1pPr marL="0" indent="0">
              <a:buNone/>
              <a:defRPr sz="2304" b="1"/>
            </a:lvl1pPr>
            <a:lvl2pPr marL="438912" indent="0">
              <a:buNone/>
              <a:defRPr sz="1920" b="1"/>
            </a:lvl2pPr>
            <a:lvl3pPr marL="877824" indent="0">
              <a:buNone/>
              <a:defRPr sz="1728" b="1"/>
            </a:lvl3pPr>
            <a:lvl4pPr marL="1316736" indent="0">
              <a:buNone/>
              <a:defRPr sz="1536" b="1"/>
            </a:lvl4pPr>
            <a:lvl5pPr marL="1755648" indent="0">
              <a:buNone/>
              <a:defRPr sz="1536" b="1"/>
            </a:lvl5pPr>
            <a:lvl6pPr marL="2194560" indent="0">
              <a:buNone/>
              <a:defRPr sz="1536" b="1"/>
            </a:lvl6pPr>
            <a:lvl7pPr marL="2633472" indent="0">
              <a:buNone/>
              <a:defRPr sz="1536" b="1"/>
            </a:lvl7pPr>
            <a:lvl8pPr marL="3072384" indent="0">
              <a:buNone/>
              <a:defRPr sz="1536" b="1"/>
            </a:lvl8pPr>
            <a:lvl9pPr marL="3511296" indent="0">
              <a:buNone/>
              <a:defRPr sz="15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6219" y="2404756"/>
            <a:ext cx="4951610" cy="35370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5473" y="1613839"/>
            <a:ext cx="4975996" cy="790917"/>
          </a:xfrm>
        </p:spPr>
        <p:txBody>
          <a:bodyPr anchor="b"/>
          <a:lstStyle>
            <a:lvl1pPr marL="0" indent="0">
              <a:buNone/>
              <a:defRPr sz="2304" b="1"/>
            </a:lvl1pPr>
            <a:lvl2pPr marL="438912" indent="0">
              <a:buNone/>
              <a:defRPr sz="1920" b="1"/>
            </a:lvl2pPr>
            <a:lvl3pPr marL="877824" indent="0">
              <a:buNone/>
              <a:defRPr sz="1728" b="1"/>
            </a:lvl3pPr>
            <a:lvl4pPr marL="1316736" indent="0">
              <a:buNone/>
              <a:defRPr sz="1536" b="1"/>
            </a:lvl4pPr>
            <a:lvl5pPr marL="1755648" indent="0">
              <a:buNone/>
              <a:defRPr sz="1536" b="1"/>
            </a:lvl5pPr>
            <a:lvl6pPr marL="2194560" indent="0">
              <a:buNone/>
              <a:defRPr sz="1536" b="1"/>
            </a:lvl6pPr>
            <a:lvl7pPr marL="2633472" indent="0">
              <a:buNone/>
              <a:defRPr sz="1536" b="1"/>
            </a:lvl7pPr>
            <a:lvl8pPr marL="3072384" indent="0">
              <a:buNone/>
              <a:defRPr sz="1536" b="1"/>
            </a:lvl8pPr>
            <a:lvl9pPr marL="3511296" indent="0">
              <a:buNone/>
              <a:defRPr sz="15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5473" y="2404756"/>
            <a:ext cx="4975996" cy="35370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D302-81B9-488B-8092-4804702C8A6F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706-11E9-4F11-BD4F-3F4B475A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6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D302-81B9-488B-8092-4804702C8A6F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706-11E9-4F11-BD4F-3F4B475A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83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D302-81B9-488B-8092-4804702C8A6F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706-11E9-4F11-BD4F-3F4B475A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6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219" y="438891"/>
            <a:ext cx="3775050" cy="1536118"/>
          </a:xfrm>
        </p:spPr>
        <p:txBody>
          <a:bodyPr anchor="b"/>
          <a:lstStyle>
            <a:lvl1pPr>
              <a:defRPr sz="30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5996" y="947883"/>
            <a:ext cx="5925473" cy="4678455"/>
          </a:xfrm>
        </p:spPr>
        <p:txBody>
          <a:bodyPr/>
          <a:lstStyle>
            <a:lvl1pPr>
              <a:defRPr sz="3072"/>
            </a:lvl1pPr>
            <a:lvl2pPr>
              <a:defRPr sz="2688"/>
            </a:lvl2pPr>
            <a:lvl3pPr>
              <a:defRPr sz="2304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6219" y="1975009"/>
            <a:ext cx="3775050" cy="3658948"/>
          </a:xfrm>
        </p:spPr>
        <p:txBody>
          <a:bodyPr/>
          <a:lstStyle>
            <a:lvl1pPr marL="0" indent="0">
              <a:buNone/>
              <a:defRPr sz="1536"/>
            </a:lvl1pPr>
            <a:lvl2pPr marL="438912" indent="0">
              <a:buNone/>
              <a:defRPr sz="1344"/>
            </a:lvl2pPr>
            <a:lvl3pPr marL="877824" indent="0">
              <a:buNone/>
              <a:defRPr sz="1152"/>
            </a:lvl3pPr>
            <a:lvl4pPr marL="1316736" indent="0">
              <a:buNone/>
              <a:defRPr sz="960"/>
            </a:lvl4pPr>
            <a:lvl5pPr marL="1755648" indent="0">
              <a:buNone/>
              <a:defRPr sz="960"/>
            </a:lvl5pPr>
            <a:lvl6pPr marL="2194560" indent="0">
              <a:buNone/>
              <a:defRPr sz="960"/>
            </a:lvl6pPr>
            <a:lvl7pPr marL="2633472" indent="0">
              <a:buNone/>
              <a:defRPr sz="960"/>
            </a:lvl7pPr>
            <a:lvl8pPr marL="3072384" indent="0">
              <a:buNone/>
              <a:defRPr sz="960"/>
            </a:lvl8pPr>
            <a:lvl9pPr marL="3511296" indent="0">
              <a:buNone/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D302-81B9-488B-8092-4804702C8A6F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706-11E9-4F11-BD4F-3F4B475A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51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219" y="438891"/>
            <a:ext cx="3775050" cy="1536118"/>
          </a:xfrm>
        </p:spPr>
        <p:txBody>
          <a:bodyPr anchor="b"/>
          <a:lstStyle>
            <a:lvl1pPr>
              <a:defRPr sz="30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5996" y="947883"/>
            <a:ext cx="5925473" cy="4678455"/>
          </a:xfrm>
        </p:spPr>
        <p:txBody>
          <a:bodyPr anchor="t"/>
          <a:lstStyle>
            <a:lvl1pPr marL="0" indent="0">
              <a:buNone/>
              <a:defRPr sz="3072"/>
            </a:lvl1pPr>
            <a:lvl2pPr marL="438912" indent="0">
              <a:buNone/>
              <a:defRPr sz="2688"/>
            </a:lvl2pPr>
            <a:lvl3pPr marL="877824" indent="0">
              <a:buNone/>
              <a:defRPr sz="2304"/>
            </a:lvl3pPr>
            <a:lvl4pPr marL="1316736" indent="0">
              <a:buNone/>
              <a:defRPr sz="1920"/>
            </a:lvl4pPr>
            <a:lvl5pPr marL="1755648" indent="0">
              <a:buNone/>
              <a:defRPr sz="1920"/>
            </a:lvl5pPr>
            <a:lvl6pPr marL="2194560" indent="0">
              <a:buNone/>
              <a:defRPr sz="1920"/>
            </a:lvl6pPr>
            <a:lvl7pPr marL="2633472" indent="0">
              <a:buNone/>
              <a:defRPr sz="1920"/>
            </a:lvl7pPr>
            <a:lvl8pPr marL="3072384" indent="0">
              <a:buNone/>
              <a:defRPr sz="1920"/>
            </a:lvl8pPr>
            <a:lvl9pPr marL="3511296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6219" y="1975009"/>
            <a:ext cx="3775050" cy="3658948"/>
          </a:xfrm>
        </p:spPr>
        <p:txBody>
          <a:bodyPr/>
          <a:lstStyle>
            <a:lvl1pPr marL="0" indent="0">
              <a:buNone/>
              <a:defRPr sz="1536"/>
            </a:lvl1pPr>
            <a:lvl2pPr marL="438912" indent="0">
              <a:buNone/>
              <a:defRPr sz="1344"/>
            </a:lvl2pPr>
            <a:lvl3pPr marL="877824" indent="0">
              <a:buNone/>
              <a:defRPr sz="1152"/>
            </a:lvl3pPr>
            <a:lvl4pPr marL="1316736" indent="0">
              <a:buNone/>
              <a:defRPr sz="960"/>
            </a:lvl4pPr>
            <a:lvl5pPr marL="1755648" indent="0">
              <a:buNone/>
              <a:defRPr sz="960"/>
            </a:lvl5pPr>
            <a:lvl6pPr marL="2194560" indent="0">
              <a:buNone/>
              <a:defRPr sz="960"/>
            </a:lvl6pPr>
            <a:lvl7pPr marL="2633472" indent="0">
              <a:buNone/>
              <a:defRPr sz="960"/>
            </a:lvl7pPr>
            <a:lvl8pPr marL="3072384" indent="0">
              <a:buNone/>
              <a:defRPr sz="960"/>
            </a:lvl8pPr>
            <a:lvl9pPr marL="3511296" indent="0">
              <a:buNone/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D302-81B9-488B-8092-4804702C8A6F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706-11E9-4F11-BD4F-3F4B475A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D302-81B9-488B-8092-4804702C8A6F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706-11E9-4F11-BD4F-3F4B475A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58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76131" y="350503"/>
            <a:ext cx="2523813" cy="5579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694" y="350503"/>
            <a:ext cx="7425130" cy="55790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D302-81B9-488B-8092-4804702C8A6F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706-11E9-4F11-BD4F-3F4B475A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7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4694" y="350504"/>
            <a:ext cx="10095250" cy="1272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694" y="1752516"/>
            <a:ext cx="10095250" cy="4177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94" y="6101803"/>
            <a:ext cx="2633544" cy="3505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9D302-81B9-488B-8092-4804702C8A6F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77162" y="6101803"/>
            <a:ext cx="3950315" cy="3505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6400" y="6101803"/>
            <a:ext cx="2633544" cy="3505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CC706-11E9-4F11-BD4F-3F4B475A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1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77824" rtl="0" eaLnBrk="1" latinLnBrk="0" hangingPunct="1">
        <a:lnSpc>
          <a:spcPct val="90000"/>
        </a:lnSpc>
        <a:spcBef>
          <a:spcPct val="0"/>
        </a:spcBef>
        <a:buNone/>
        <a:defRPr sz="42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9456" indent="-219456" algn="l" defTabSz="877824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19456" algn="l" defTabSz="877824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219456" algn="l" defTabSz="877824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536192" indent="-219456" algn="l" defTabSz="877824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4pPr>
      <a:lvl5pPr marL="1975104" indent="-219456" algn="l" defTabSz="877824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5pPr>
      <a:lvl6pPr marL="2414016" indent="-219456" algn="l" defTabSz="877824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6pPr>
      <a:lvl7pPr marL="2852928" indent="-219456" algn="l" defTabSz="877824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7pPr>
      <a:lvl8pPr marL="3291840" indent="-219456" algn="l" defTabSz="877824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8pPr>
      <a:lvl9pPr marL="3730752" indent="-219456" algn="l" defTabSz="877824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7824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algn="l" defTabSz="877824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2pPr>
      <a:lvl3pPr marL="877824" algn="l" defTabSz="877824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3pPr>
      <a:lvl4pPr marL="1316736" algn="l" defTabSz="877824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4pPr>
      <a:lvl5pPr marL="1755648" algn="l" defTabSz="877824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5pPr>
      <a:lvl6pPr marL="2194560" algn="l" defTabSz="877824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6pPr>
      <a:lvl7pPr marL="2633472" algn="l" defTabSz="877824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7pPr>
      <a:lvl8pPr marL="3072384" algn="l" defTabSz="877824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8pPr>
      <a:lvl9pPr marL="3511296" algn="l" defTabSz="877824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2B0842-BE24-4F3B-BD14-880386814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2" y="477279"/>
            <a:ext cx="10604375" cy="388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7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0BB1945-D437-47CE-9655-215D009D3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018630"/>
              </p:ext>
            </p:extLst>
          </p:nvPr>
        </p:nvGraphicFramePr>
        <p:xfrm>
          <a:off x="133350" y="247650"/>
          <a:ext cx="11571288" cy="1268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6411">
                  <a:extLst>
                    <a:ext uri="{9D8B030D-6E8A-4147-A177-3AD203B41FA5}">
                      <a16:colId xmlns:a16="http://schemas.microsoft.com/office/drawing/2014/main" val="299400009"/>
                    </a:ext>
                  </a:extLst>
                </a:gridCol>
                <a:gridCol w="1446411">
                  <a:extLst>
                    <a:ext uri="{9D8B030D-6E8A-4147-A177-3AD203B41FA5}">
                      <a16:colId xmlns:a16="http://schemas.microsoft.com/office/drawing/2014/main" val="549073101"/>
                    </a:ext>
                  </a:extLst>
                </a:gridCol>
                <a:gridCol w="1446411">
                  <a:extLst>
                    <a:ext uri="{9D8B030D-6E8A-4147-A177-3AD203B41FA5}">
                      <a16:colId xmlns:a16="http://schemas.microsoft.com/office/drawing/2014/main" val="2425624210"/>
                    </a:ext>
                  </a:extLst>
                </a:gridCol>
                <a:gridCol w="1446411">
                  <a:extLst>
                    <a:ext uri="{9D8B030D-6E8A-4147-A177-3AD203B41FA5}">
                      <a16:colId xmlns:a16="http://schemas.microsoft.com/office/drawing/2014/main" val="1332995115"/>
                    </a:ext>
                  </a:extLst>
                </a:gridCol>
                <a:gridCol w="1446411">
                  <a:extLst>
                    <a:ext uri="{9D8B030D-6E8A-4147-A177-3AD203B41FA5}">
                      <a16:colId xmlns:a16="http://schemas.microsoft.com/office/drawing/2014/main" val="2372536518"/>
                    </a:ext>
                  </a:extLst>
                </a:gridCol>
                <a:gridCol w="1446411">
                  <a:extLst>
                    <a:ext uri="{9D8B030D-6E8A-4147-A177-3AD203B41FA5}">
                      <a16:colId xmlns:a16="http://schemas.microsoft.com/office/drawing/2014/main" val="731354444"/>
                    </a:ext>
                  </a:extLst>
                </a:gridCol>
                <a:gridCol w="1446411">
                  <a:extLst>
                    <a:ext uri="{9D8B030D-6E8A-4147-A177-3AD203B41FA5}">
                      <a16:colId xmlns:a16="http://schemas.microsoft.com/office/drawing/2014/main" val="397919193"/>
                    </a:ext>
                  </a:extLst>
                </a:gridCol>
                <a:gridCol w="1446411">
                  <a:extLst>
                    <a:ext uri="{9D8B030D-6E8A-4147-A177-3AD203B41FA5}">
                      <a16:colId xmlns:a16="http://schemas.microsoft.com/office/drawing/2014/main" val="2484776340"/>
                    </a:ext>
                  </a:extLst>
                </a:gridCol>
              </a:tblGrid>
              <a:tr h="63420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#FFFFFF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#F5F7FA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#1A202C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#121212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#333333</a:t>
                      </a:r>
                      <a:endParaRPr lang="en-US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#6B7280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#007AFF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#34C759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7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132891"/>
                  </a:ext>
                </a:extLst>
              </a:tr>
              <a:tr h="634207">
                <a:tc>
                  <a:txBody>
                    <a:bodyPr/>
                    <a:lstStyle/>
                    <a:p>
                      <a:r>
                        <a:rPr lang="en-US" sz="2400" dirty="0"/>
                        <a:t>#FF9500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#FF3B30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#E5E7EB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#F9F9F9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78391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B541B4B-3543-4FAB-A1F9-5E307BDFF9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1" t="12153" r="4919" b="10875"/>
          <a:stretch/>
        </p:blipFill>
        <p:spPr>
          <a:xfrm>
            <a:off x="2851944" y="1516063"/>
            <a:ext cx="600075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015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900EBD-3D07-4360-B3FD-063DDEB17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409" y="263578"/>
            <a:ext cx="8001341" cy="605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397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24</Words>
  <Application>Microsoft Office PowerPoint</Application>
  <PresentationFormat>Custom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Eleraqi</dc:creator>
  <cp:lastModifiedBy>Mohamed Eleraqi</cp:lastModifiedBy>
  <cp:revision>4</cp:revision>
  <dcterms:created xsi:type="dcterms:W3CDTF">2025-11-18T22:17:00Z</dcterms:created>
  <dcterms:modified xsi:type="dcterms:W3CDTF">2025-11-18T22:58:12Z</dcterms:modified>
</cp:coreProperties>
</file>